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D47A1"/>
                </a:solidFill>
              </a:defRPr>
            </a:pPr>
            <a:r>
              <a:t>Aadhaar Policy Impact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Test Policy</a:t>
            </a:r>
          </a:p>
          <a:p>
            <a:r>
              <a:t>January 21,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D47A1"/>
                </a:solidFill>
              </a:defRPr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Total People Affected: 1,500,000</a:t>
            </a:r>
          </a:p>
          <a:p>
            <a:pPr>
              <a:defRPr sz="1800"/>
            </a:pPr>
            <a:r>
              <a:t>Enrolments: 900,000</a:t>
            </a:r>
          </a:p>
          <a:p>
            <a:pPr>
              <a:defRPr sz="1800"/>
            </a:pPr>
            <a:r>
              <a:t>Updates: 600,000</a:t>
            </a:r>
          </a:p>
          <a:p>
            <a:pPr>
              <a:defRPr sz="1800"/>
            </a:pPr>
            <a:r>
              <a:t>Peak Date: 2025-04-15</a:t>
            </a:r>
          </a:p>
          <a:p>
            <a:pPr>
              <a:defRPr sz="1800"/>
            </a:pPr>
            <a:r>
              <a:t>Peak Volume: 75,000</a:t>
            </a:r>
          </a:p>
          <a:p>
            <a:pPr>
              <a:defRPr sz="1800"/>
            </a:pPr>
            <a:r>
              <a:t>Duration: 45 days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D47A1"/>
                </a:solidFill>
              </a:defRPr>
            </a:pPr>
            <a:r>
              <a:t>Top 10 Affected States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1645920"/>
                <a:gridCol w="1280160"/>
              </a:tblGrid>
              <a:tr h="374072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State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Enrolments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Updates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Risk Level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Maharashtra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High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Uttar Pradesh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High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Karnataka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Medium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408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D47A1"/>
                </a:solidFill>
              </a:defRPr>
            </a:pPr>
            <a:r>
              <a:t>Risk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>
                <a:solidFill>
                  <a:srgbClr val="C62828"/>
                </a:solidFill>
              </a:defRPr>
            </a:pPr>
            <a:r>
              <a:t>High Risk States (2)</a:t>
            </a:r>
          </a:p>
          <a:p>
            <a:pPr lvl="1">
              <a:defRPr sz="1400"/>
            </a:pPr>
            <a:r>
              <a:t>Maharashtra, Uttar Pradesh</a:t>
            </a:r>
          </a:p>
          <a:p>
            <a:pPr>
              <a:defRPr b="1">
                <a:solidFill>
                  <a:srgbClr val="EF6C00"/>
                </a:solidFill>
              </a:defRPr>
            </a:pPr>
            <a:r>
              <a:t>Medium Risk States (2)</a:t>
            </a:r>
          </a:p>
          <a:p>
            <a:pPr lvl="1">
              <a:defRPr sz="1400"/>
            </a:pPr>
            <a:r>
              <a:t>Karnataka, Tamil Nadu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